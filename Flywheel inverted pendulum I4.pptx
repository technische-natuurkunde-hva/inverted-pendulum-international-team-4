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1"/>
  </p:notesMasterIdLst>
  <p:sldIdLst>
    <p:sldId id="262" r:id="rId5"/>
    <p:sldId id="256" r:id="rId6"/>
    <p:sldId id="257" r:id="rId7"/>
    <p:sldId id="259" r:id="rId8"/>
    <p:sldId id="258" r:id="rId9"/>
    <p:sldId id="265" r:id="rId10"/>
  </p:sldIdLst>
  <p:sldSz cx="12192000" cy="6858000"/>
  <p:notesSz cx="6858000" cy="9144000"/>
  <p:embeddedFontLst>
    <p:embeddedFont>
      <p:font typeface="Athiti" panose="00000500000000000000" pitchFamily="2" charset="-34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9F0"/>
    <a:srgbClr val="D6E0EA"/>
    <a:srgbClr val="FDC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84" autoAdjust="0"/>
  </p:normalViewPr>
  <p:slideViewPr>
    <p:cSldViewPr snapToGrid="0" showGuides="1">
      <p:cViewPr varScale="1">
        <p:scale>
          <a:sx n="105" d="100"/>
          <a:sy n="105" d="100"/>
        </p:scale>
        <p:origin x="83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93396-34B6-4B0C-849F-8635B3923A18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CEE32-A7BF-4AC9-A422-47DA5D901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2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EE32-A7BF-4AC9-A422-47DA5D90165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97E198-2C9E-3A2C-627C-C781F60786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5794" y="2189747"/>
            <a:ext cx="4375350" cy="4375350"/>
          </a:xfrm>
          <a:custGeom>
            <a:avLst/>
            <a:gdLst>
              <a:gd name="connsiteX0" fmla="*/ 2187675 w 4375350"/>
              <a:gd name="connsiteY0" fmla="*/ 0 h 4375350"/>
              <a:gd name="connsiteX1" fmla="*/ 4375350 w 4375350"/>
              <a:gd name="connsiteY1" fmla="*/ 2187675 h 4375350"/>
              <a:gd name="connsiteX2" fmla="*/ 2187675 w 4375350"/>
              <a:gd name="connsiteY2" fmla="*/ 4375350 h 4375350"/>
              <a:gd name="connsiteX3" fmla="*/ 0 w 4375350"/>
              <a:gd name="connsiteY3" fmla="*/ 2187675 h 4375350"/>
              <a:gd name="connsiteX4" fmla="*/ 2187675 w 4375350"/>
              <a:gd name="connsiteY4" fmla="*/ 0 h 437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5350" h="4375350">
                <a:moveTo>
                  <a:pt x="2187675" y="0"/>
                </a:moveTo>
                <a:cubicBezTo>
                  <a:pt x="3395895" y="0"/>
                  <a:pt x="4375350" y="979455"/>
                  <a:pt x="4375350" y="2187675"/>
                </a:cubicBezTo>
                <a:cubicBezTo>
                  <a:pt x="4375350" y="3395895"/>
                  <a:pt x="3395895" y="4375350"/>
                  <a:pt x="2187675" y="4375350"/>
                </a:cubicBezTo>
                <a:cubicBezTo>
                  <a:pt x="979455" y="4375350"/>
                  <a:pt x="0" y="3395895"/>
                  <a:pt x="0" y="2187675"/>
                </a:cubicBezTo>
                <a:cubicBezTo>
                  <a:pt x="0" y="979455"/>
                  <a:pt x="979455" y="0"/>
                  <a:pt x="21876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548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30ACA99-4C9F-1D5E-A615-BA06D6EB63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4199" y="512793"/>
            <a:ext cx="3837208" cy="3837208"/>
          </a:xfrm>
          <a:custGeom>
            <a:avLst/>
            <a:gdLst>
              <a:gd name="connsiteX0" fmla="*/ 1918604 w 3837208"/>
              <a:gd name="connsiteY0" fmla="*/ 0 h 3837208"/>
              <a:gd name="connsiteX1" fmla="*/ 3837208 w 3837208"/>
              <a:gd name="connsiteY1" fmla="*/ 1918604 h 3837208"/>
              <a:gd name="connsiteX2" fmla="*/ 1918604 w 3837208"/>
              <a:gd name="connsiteY2" fmla="*/ 3837208 h 3837208"/>
              <a:gd name="connsiteX3" fmla="*/ 0 w 3837208"/>
              <a:gd name="connsiteY3" fmla="*/ 1918604 h 3837208"/>
              <a:gd name="connsiteX4" fmla="*/ 1918604 w 3837208"/>
              <a:gd name="connsiteY4" fmla="*/ 0 h 383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208" h="3837208">
                <a:moveTo>
                  <a:pt x="1918604" y="0"/>
                </a:moveTo>
                <a:cubicBezTo>
                  <a:pt x="2978220" y="0"/>
                  <a:pt x="3837208" y="858988"/>
                  <a:pt x="3837208" y="1918604"/>
                </a:cubicBezTo>
                <a:cubicBezTo>
                  <a:pt x="3837208" y="2978220"/>
                  <a:pt x="2978220" y="3837208"/>
                  <a:pt x="1918604" y="3837208"/>
                </a:cubicBezTo>
                <a:cubicBezTo>
                  <a:pt x="858988" y="3837208"/>
                  <a:pt x="0" y="2978220"/>
                  <a:pt x="0" y="1918604"/>
                </a:cubicBezTo>
                <a:cubicBezTo>
                  <a:pt x="0" y="858988"/>
                  <a:pt x="858988" y="0"/>
                  <a:pt x="19186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81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508856-8FB6-D7B8-5A0C-F0CFF12D99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6736" y="1346864"/>
            <a:ext cx="4665506" cy="4665506"/>
          </a:xfrm>
          <a:custGeom>
            <a:avLst/>
            <a:gdLst>
              <a:gd name="connsiteX0" fmla="*/ 2332753 w 4665506"/>
              <a:gd name="connsiteY0" fmla="*/ 0 h 4665506"/>
              <a:gd name="connsiteX1" fmla="*/ 4665506 w 4665506"/>
              <a:gd name="connsiteY1" fmla="*/ 2332753 h 4665506"/>
              <a:gd name="connsiteX2" fmla="*/ 2332753 w 4665506"/>
              <a:gd name="connsiteY2" fmla="*/ 4665506 h 4665506"/>
              <a:gd name="connsiteX3" fmla="*/ 0 w 4665506"/>
              <a:gd name="connsiteY3" fmla="*/ 2332753 h 4665506"/>
              <a:gd name="connsiteX4" fmla="*/ 2332753 w 4665506"/>
              <a:gd name="connsiteY4" fmla="*/ 0 h 4665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5506" h="4665506">
                <a:moveTo>
                  <a:pt x="2332753" y="0"/>
                </a:moveTo>
                <a:cubicBezTo>
                  <a:pt x="3621097" y="0"/>
                  <a:pt x="4665506" y="1044409"/>
                  <a:pt x="4665506" y="2332753"/>
                </a:cubicBezTo>
                <a:cubicBezTo>
                  <a:pt x="4665506" y="3621097"/>
                  <a:pt x="3621097" y="4665506"/>
                  <a:pt x="2332753" y="4665506"/>
                </a:cubicBezTo>
                <a:cubicBezTo>
                  <a:pt x="1044409" y="4665506"/>
                  <a:pt x="0" y="3621097"/>
                  <a:pt x="0" y="2332753"/>
                </a:cubicBezTo>
                <a:cubicBezTo>
                  <a:pt x="0" y="1044409"/>
                  <a:pt x="1044409" y="0"/>
                  <a:pt x="233275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90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10FA34-AE45-C750-A54D-EF2D4DAFBF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9053" y="2873271"/>
            <a:ext cx="5153454" cy="5153454"/>
          </a:xfrm>
          <a:custGeom>
            <a:avLst/>
            <a:gdLst>
              <a:gd name="connsiteX0" fmla="*/ 2576727 w 5153454"/>
              <a:gd name="connsiteY0" fmla="*/ 0 h 5153454"/>
              <a:gd name="connsiteX1" fmla="*/ 5153454 w 5153454"/>
              <a:gd name="connsiteY1" fmla="*/ 2576727 h 5153454"/>
              <a:gd name="connsiteX2" fmla="*/ 2576727 w 5153454"/>
              <a:gd name="connsiteY2" fmla="*/ 5153454 h 5153454"/>
              <a:gd name="connsiteX3" fmla="*/ 0 w 5153454"/>
              <a:gd name="connsiteY3" fmla="*/ 2576727 h 5153454"/>
              <a:gd name="connsiteX4" fmla="*/ 2576727 w 5153454"/>
              <a:gd name="connsiteY4" fmla="*/ 0 h 5153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3454" h="5153454">
                <a:moveTo>
                  <a:pt x="2576727" y="0"/>
                </a:moveTo>
                <a:cubicBezTo>
                  <a:pt x="3999814" y="0"/>
                  <a:pt x="5153454" y="1153640"/>
                  <a:pt x="5153454" y="2576727"/>
                </a:cubicBezTo>
                <a:cubicBezTo>
                  <a:pt x="5153454" y="3999814"/>
                  <a:pt x="3999814" y="5153454"/>
                  <a:pt x="2576727" y="5153454"/>
                </a:cubicBezTo>
                <a:cubicBezTo>
                  <a:pt x="1153640" y="5153454"/>
                  <a:pt x="0" y="3999814"/>
                  <a:pt x="0" y="2576727"/>
                </a:cubicBezTo>
                <a:cubicBezTo>
                  <a:pt x="0" y="1153640"/>
                  <a:pt x="1153640" y="0"/>
                  <a:pt x="25767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921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1463D3-ACEF-7D48-3981-25D9C610BD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57667" y="390668"/>
            <a:ext cx="6076666" cy="6076664"/>
          </a:xfrm>
          <a:custGeom>
            <a:avLst/>
            <a:gdLst>
              <a:gd name="connsiteX0" fmla="*/ 3038333 w 6076666"/>
              <a:gd name="connsiteY0" fmla="*/ 0 h 6076664"/>
              <a:gd name="connsiteX1" fmla="*/ 6076666 w 6076666"/>
              <a:gd name="connsiteY1" fmla="*/ 3038332 h 6076664"/>
              <a:gd name="connsiteX2" fmla="*/ 3038333 w 6076666"/>
              <a:gd name="connsiteY2" fmla="*/ 6076664 h 6076664"/>
              <a:gd name="connsiteX3" fmla="*/ 0 w 6076666"/>
              <a:gd name="connsiteY3" fmla="*/ 3038332 h 6076664"/>
              <a:gd name="connsiteX4" fmla="*/ 3038333 w 6076666"/>
              <a:gd name="connsiteY4" fmla="*/ 0 h 6076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666" h="6076664">
                <a:moveTo>
                  <a:pt x="3038333" y="0"/>
                </a:moveTo>
                <a:cubicBezTo>
                  <a:pt x="4716358" y="0"/>
                  <a:pt x="6076666" y="1360308"/>
                  <a:pt x="6076666" y="3038332"/>
                </a:cubicBezTo>
                <a:cubicBezTo>
                  <a:pt x="6076666" y="4716356"/>
                  <a:pt x="4716358" y="6076664"/>
                  <a:pt x="3038333" y="6076664"/>
                </a:cubicBezTo>
                <a:cubicBezTo>
                  <a:pt x="1360308" y="6076664"/>
                  <a:pt x="0" y="4716356"/>
                  <a:pt x="0" y="3038332"/>
                </a:cubicBezTo>
                <a:cubicBezTo>
                  <a:pt x="0" y="1360308"/>
                  <a:pt x="1360308" y="0"/>
                  <a:pt x="30383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537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9A887A-6C11-5AF9-8467-6D4D501B74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7323" y="1017491"/>
            <a:ext cx="4823018" cy="4823018"/>
          </a:xfrm>
          <a:custGeom>
            <a:avLst/>
            <a:gdLst>
              <a:gd name="connsiteX0" fmla="*/ 2411509 w 4823018"/>
              <a:gd name="connsiteY0" fmla="*/ 0 h 4823018"/>
              <a:gd name="connsiteX1" fmla="*/ 4823018 w 4823018"/>
              <a:gd name="connsiteY1" fmla="*/ 2411509 h 4823018"/>
              <a:gd name="connsiteX2" fmla="*/ 2411509 w 4823018"/>
              <a:gd name="connsiteY2" fmla="*/ 4823018 h 4823018"/>
              <a:gd name="connsiteX3" fmla="*/ 0 w 4823018"/>
              <a:gd name="connsiteY3" fmla="*/ 2411509 h 4823018"/>
              <a:gd name="connsiteX4" fmla="*/ 2411509 w 4823018"/>
              <a:gd name="connsiteY4" fmla="*/ 0 h 482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3018" h="4823018">
                <a:moveTo>
                  <a:pt x="2411509" y="0"/>
                </a:moveTo>
                <a:cubicBezTo>
                  <a:pt x="3743349" y="0"/>
                  <a:pt x="4823018" y="1079669"/>
                  <a:pt x="4823018" y="2411509"/>
                </a:cubicBezTo>
                <a:cubicBezTo>
                  <a:pt x="4823018" y="3743349"/>
                  <a:pt x="3743349" y="4823018"/>
                  <a:pt x="2411509" y="4823018"/>
                </a:cubicBezTo>
                <a:cubicBezTo>
                  <a:pt x="1079669" y="4823018"/>
                  <a:pt x="0" y="3743349"/>
                  <a:pt x="0" y="2411509"/>
                </a:cubicBezTo>
                <a:cubicBezTo>
                  <a:pt x="0" y="1079669"/>
                  <a:pt x="1079669" y="0"/>
                  <a:pt x="2411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347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77EA1ED-EE42-6E0F-2D24-BAEBA41437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14239" y="-537843"/>
            <a:ext cx="4027626" cy="4027626"/>
          </a:xfrm>
          <a:custGeom>
            <a:avLst/>
            <a:gdLst>
              <a:gd name="connsiteX0" fmla="*/ 2013813 w 4027626"/>
              <a:gd name="connsiteY0" fmla="*/ 0 h 4027626"/>
              <a:gd name="connsiteX1" fmla="*/ 4027626 w 4027626"/>
              <a:gd name="connsiteY1" fmla="*/ 2013813 h 4027626"/>
              <a:gd name="connsiteX2" fmla="*/ 2013813 w 4027626"/>
              <a:gd name="connsiteY2" fmla="*/ 4027626 h 4027626"/>
              <a:gd name="connsiteX3" fmla="*/ 0 w 4027626"/>
              <a:gd name="connsiteY3" fmla="*/ 2013813 h 4027626"/>
              <a:gd name="connsiteX4" fmla="*/ 2013813 w 4027626"/>
              <a:gd name="connsiteY4" fmla="*/ 0 h 40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27626" h="4027626">
                <a:moveTo>
                  <a:pt x="2013813" y="0"/>
                </a:moveTo>
                <a:cubicBezTo>
                  <a:pt x="3126011" y="0"/>
                  <a:pt x="4027626" y="901615"/>
                  <a:pt x="4027626" y="2013813"/>
                </a:cubicBezTo>
                <a:cubicBezTo>
                  <a:pt x="4027626" y="3126011"/>
                  <a:pt x="3126011" y="4027626"/>
                  <a:pt x="2013813" y="4027626"/>
                </a:cubicBezTo>
                <a:cubicBezTo>
                  <a:pt x="901615" y="4027626"/>
                  <a:pt x="0" y="3126011"/>
                  <a:pt x="0" y="2013813"/>
                </a:cubicBezTo>
                <a:cubicBezTo>
                  <a:pt x="0" y="901615"/>
                  <a:pt x="901615" y="0"/>
                  <a:pt x="20138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71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E3CA9C9-FE23-E9CC-E20C-641DB3F22E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4172" y="689839"/>
            <a:ext cx="4611266" cy="4611266"/>
          </a:xfrm>
          <a:custGeom>
            <a:avLst/>
            <a:gdLst>
              <a:gd name="connsiteX0" fmla="*/ 2305633 w 4611266"/>
              <a:gd name="connsiteY0" fmla="*/ 0 h 4611266"/>
              <a:gd name="connsiteX1" fmla="*/ 4611266 w 4611266"/>
              <a:gd name="connsiteY1" fmla="*/ 2305633 h 4611266"/>
              <a:gd name="connsiteX2" fmla="*/ 2305633 w 4611266"/>
              <a:gd name="connsiteY2" fmla="*/ 4611266 h 4611266"/>
              <a:gd name="connsiteX3" fmla="*/ 0 w 4611266"/>
              <a:gd name="connsiteY3" fmla="*/ 2305633 h 4611266"/>
              <a:gd name="connsiteX4" fmla="*/ 2305633 w 4611266"/>
              <a:gd name="connsiteY4" fmla="*/ 0 h 46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1266" h="4611266">
                <a:moveTo>
                  <a:pt x="2305633" y="0"/>
                </a:moveTo>
                <a:cubicBezTo>
                  <a:pt x="3578999" y="0"/>
                  <a:pt x="4611266" y="1032267"/>
                  <a:pt x="4611266" y="2305633"/>
                </a:cubicBezTo>
                <a:cubicBezTo>
                  <a:pt x="4611266" y="3578999"/>
                  <a:pt x="3578999" y="4611266"/>
                  <a:pt x="2305633" y="4611266"/>
                </a:cubicBezTo>
                <a:cubicBezTo>
                  <a:pt x="1032267" y="4611266"/>
                  <a:pt x="0" y="3578999"/>
                  <a:pt x="0" y="2305633"/>
                </a:cubicBezTo>
                <a:cubicBezTo>
                  <a:pt x="0" y="1032267"/>
                  <a:pt x="1032267" y="0"/>
                  <a:pt x="23056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10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F2C3EB-77B8-5C77-9308-98573E4698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5692" y="381951"/>
            <a:ext cx="3317172" cy="3317172"/>
          </a:xfrm>
          <a:custGeom>
            <a:avLst/>
            <a:gdLst>
              <a:gd name="connsiteX0" fmla="*/ 1658586 w 3317172"/>
              <a:gd name="connsiteY0" fmla="*/ 0 h 3317172"/>
              <a:gd name="connsiteX1" fmla="*/ 3317172 w 3317172"/>
              <a:gd name="connsiteY1" fmla="*/ 1658586 h 3317172"/>
              <a:gd name="connsiteX2" fmla="*/ 1658586 w 3317172"/>
              <a:gd name="connsiteY2" fmla="*/ 3317172 h 3317172"/>
              <a:gd name="connsiteX3" fmla="*/ 0 w 3317172"/>
              <a:gd name="connsiteY3" fmla="*/ 1658586 h 3317172"/>
              <a:gd name="connsiteX4" fmla="*/ 1658586 w 3317172"/>
              <a:gd name="connsiteY4" fmla="*/ 0 h 331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7172" h="3317172">
                <a:moveTo>
                  <a:pt x="1658586" y="0"/>
                </a:moveTo>
                <a:cubicBezTo>
                  <a:pt x="2574598" y="0"/>
                  <a:pt x="3317172" y="742574"/>
                  <a:pt x="3317172" y="1658586"/>
                </a:cubicBezTo>
                <a:cubicBezTo>
                  <a:pt x="3317172" y="2574598"/>
                  <a:pt x="2574598" y="3317172"/>
                  <a:pt x="1658586" y="3317172"/>
                </a:cubicBezTo>
                <a:cubicBezTo>
                  <a:pt x="742574" y="3317172"/>
                  <a:pt x="0" y="2574598"/>
                  <a:pt x="0" y="1658586"/>
                </a:cubicBezTo>
                <a:cubicBezTo>
                  <a:pt x="0" y="742574"/>
                  <a:pt x="742574" y="0"/>
                  <a:pt x="16585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2B9AA3C-D93B-64A3-4BAB-2F30476FBC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70784" y="1567694"/>
            <a:ext cx="2738084" cy="2738082"/>
          </a:xfrm>
          <a:custGeom>
            <a:avLst/>
            <a:gdLst>
              <a:gd name="connsiteX0" fmla="*/ 1369042 w 2738084"/>
              <a:gd name="connsiteY0" fmla="*/ 0 h 2738082"/>
              <a:gd name="connsiteX1" fmla="*/ 2738084 w 2738084"/>
              <a:gd name="connsiteY1" fmla="*/ 1369041 h 2738082"/>
              <a:gd name="connsiteX2" fmla="*/ 1369042 w 2738084"/>
              <a:gd name="connsiteY2" fmla="*/ 2738082 h 2738082"/>
              <a:gd name="connsiteX3" fmla="*/ 0 w 2738084"/>
              <a:gd name="connsiteY3" fmla="*/ 1369041 h 2738082"/>
              <a:gd name="connsiteX4" fmla="*/ 1369042 w 2738084"/>
              <a:gd name="connsiteY4" fmla="*/ 0 h 2738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8084" h="2738082">
                <a:moveTo>
                  <a:pt x="1369042" y="0"/>
                </a:moveTo>
                <a:cubicBezTo>
                  <a:pt x="2125143" y="0"/>
                  <a:pt x="2738084" y="612941"/>
                  <a:pt x="2738084" y="1369041"/>
                </a:cubicBezTo>
                <a:cubicBezTo>
                  <a:pt x="2738084" y="2125141"/>
                  <a:pt x="2125143" y="2738082"/>
                  <a:pt x="1369042" y="2738082"/>
                </a:cubicBezTo>
                <a:cubicBezTo>
                  <a:pt x="612941" y="2738082"/>
                  <a:pt x="0" y="2125141"/>
                  <a:pt x="0" y="1369041"/>
                </a:cubicBezTo>
                <a:cubicBezTo>
                  <a:pt x="0" y="612941"/>
                  <a:pt x="612941" y="0"/>
                  <a:pt x="1369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74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6A7386-73FF-1FE8-3557-5F798DC0A6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90904" y="979544"/>
            <a:ext cx="5014398" cy="5014398"/>
          </a:xfrm>
          <a:custGeom>
            <a:avLst/>
            <a:gdLst>
              <a:gd name="connsiteX0" fmla="*/ 2507199 w 5014398"/>
              <a:gd name="connsiteY0" fmla="*/ 0 h 5014398"/>
              <a:gd name="connsiteX1" fmla="*/ 5014398 w 5014398"/>
              <a:gd name="connsiteY1" fmla="*/ 2507199 h 5014398"/>
              <a:gd name="connsiteX2" fmla="*/ 2507199 w 5014398"/>
              <a:gd name="connsiteY2" fmla="*/ 5014398 h 5014398"/>
              <a:gd name="connsiteX3" fmla="*/ 0 w 5014398"/>
              <a:gd name="connsiteY3" fmla="*/ 2507199 h 5014398"/>
              <a:gd name="connsiteX4" fmla="*/ 2507199 w 5014398"/>
              <a:gd name="connsiteY4" fmla="*/ 0 h 5014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4398" h="5014398">
                <a:moveTo>
                  <a:pt x="2507199" y="0"/>
                </a:moveTo>
                <a:cubicBezTo>
                  <a:pt x="3891887" y="0"/>
                  <a:pt x="5014398" y="1122511"/>
                  <a:pt x="5014398" y="2507199"/>
                </a:cubicBezTo>
                <a:cubicBezTo>
                  <a:pt x="5014398" y="3891887"/>
                  <a:pt x="3891887" y="5014398"/>
                  <a:pt x="2507199" y="5014398"/>
                </a:cubicBezTo>
                <a:cubicBezTo>
                  <a:pt x="1122511" y="5014398"/>
                  <a:pt x="0" y="3891887"/>
                  <a:pt x="0" y="2507199"/>
                </a:cubicBezTo>
                <a:cubicBezTo>
                  <a:pt x="0" y="1122511"/>
                  <a:pt x="1122511" y="0"/>
                  <a:pt x="25071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208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4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966E229-895A-D0B2-1C4F-2FD8B0C79F02}"/>
              </a:ext>
            </a:extLst>
          </p:cNvPr>
          <p:cNvGrpSpPr/>
          <p:nvPr userDrawn="1"/>
        </p:nvGrpSpPr>
        <p:grpSpPr>
          <a:xfrm>
            <a:off x="-157340" y="0"/>
            <a:ext cx="12385324" cy="6877050"/>
            <a:chOff x="-157340" y="0"/>
            <a:chExt cx="12385324" cy="687705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3ADB07E-EBDB-5E32-C53F-9FC742A666BB}"/>
                </a:ext>
              </a:extLst>
            </p:cNvPr>
            <p:cNvSpPr/>
            <p:nvPr userDrawn="1"/>
          </p:nvSpPr>
          <p:spPr>
            <a:xfrm>
              <a:off x="-82554" y="19050"/>
              <a:ext cx="2489200" cy="6858000"/>
            </a:xfrm>
            <a:custGeom>
              <a:avLst/>
              <a:gdLst>
                <a:gd name="connsiteX0" fmla="*/ 0 w 2489200"/>
                <a:gd name="connsiteY0" fmla="*/ 0 h 6858000"/>
                <a:gd name="connsiteX1" fmla="*/ 537635 w 2489200"/>
                <a:gd name="connsiteY1" fmla="*/ 0 h 6858000"/>
                <a:gd name="connsiteX2" fmla="*/ 2489200 w 2489200"/>
                <a:gd name="connsiteY2" fmla="*/ 3429000 h 6858000"/>
                <a:gd name="connsiteX3" fmla="*/ 537635 w 2489200"/>
                <a:gd name="connsiteY3" fmla="*/ 6858000 h 6858000"/>
                <a:gd name="connsiteX4" fmla="*/ 0 w 2489200"/>
                <a:gd name="connsiteY4" fmla="*/ 6858000 h 6858000"/>
                <a:gd name="connsiteX5" fmla="*/ 0 w 2489200"/>
                <a:gd name="connsiteY5" fmla="*/ 4373652 h 6858000"/>
                <a:gd name="connsiteX6" fmla="*/ 537635 w 2489200"/>
                <a:gd name="connsiteY6" fmla="*/ 3429000 h 6858000"/>
                <a:gd name="connsiteX7" fmla="*/ 0 w 2489200"/>
                <a:gd name="connsiteY7" fmla="*/ 248434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9200" h="6858000">
                  <a:moveTo>
                    <a:pt x="0" y="0"/>
                  </a:moveTo>
                  <a:lnTo>
                    <a:pt x="537635" y="0"/>
                  </a:lnTo>
                  <a:lnTo>
                    <a:pt x="2489200" y="3429000"/>
                  </a:lnTo>
                  <a:lnTo>
                    <a:pt x="537635" y="6858000"/>
                  </a:lnTo>
                  <a:lnTo>
                    <a:pt x="0" y="6858000"/>
                  </a:lnTo>
                  <a:lnTo>
                    <a:pt x="0" y="4373652"/>
                  </a:lnTo>
                  <a:lnTo>
                    <a:pt x="537635" y="3429000"/>
                  </a:lnTo>
                  <a:lnTo>
                    <a:pt x="0" y="2484348"/>
                  </a:lnTo>
                  <a:close/>
                </a:path>
              </a:pathLst>
            </a:cu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065AAA48-8C61-C10A-7A10-5A353DCAD795}"/>
                </a:ext>
              </a:extLst>
            </p:cNvPr>
            <p:cNvSpPr/>
            <p:nvPr userDrawn="1"/>
          </p:nvSpPr>
          <p:spPr>
            <a:xfrm>
              <a:off x="-157340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3324FBB6-6E12-9E03-54EF-2333DA6CDAA2}"/>
                </a:ext>
              </a:extLst>
            </p:cNvPr>
            <p:cNvSpPr/>
            <p:nvPr userDrawn="1"/>
          </p:nvSpPr>
          <p:spPr>
            <a:xfrm>
              <a:off x="1181805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0E715E09-3FE4-4BCD-AD52-50C5D1804760}"/>
                </a:ext>
              </a:extLst>
            </p:cNvPr>
            <p:cNvSpPr/>
            <p:nvPr userDrawn="1"/>
          </p:nvSpPr>
          <p:spPr>
            <a:xfrm>
              <a:off x="2520950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517832B3-E059-ED4D-A2BC-625831ACE05D}"/>
                </a:ext>
              </a:extLst>
            </p:cNvPr>
            <p:cNvSpPr/>
            <p:nvPr userDrawn="1"/>
          </p:nvSpPr>
          <p:spPr>
            <a:xfrm>
              <a:off x="3860095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04583B5B-62A0-3735-140C-9D4BEA919C40}"/>
                </a:ext>
              </a:extLst>
            </p:cNvPr>
            <p:cNvSpPr/>
            <p:nvPr userDrawn="1"/>
          </p:nvSpPr>
          <p:spPr>
            <a:xfrm>
              <a:off x="5199240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AC810D70-2D49-64D4-70DD-C8C46C80A1DC}"/>
                </a:ext>
              </a:extLst>
            </p:cNvPr>
            <p:cNvSpPr/>
            <p:nvPr userDrawn="1"/>
          </p:nvSpPr>
          <p:spPr>
            <a:xfrm>
              <a:off x="6538385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F2C6F546-C92E-85FB-49C8-8C24E07C1A07}"/>
                </a:ext>
              </a:extLst>
            </p:cNvPr>
            <p:cNvSpPr/>
            <p:nvPr userDrawn="1"/>
          </p:nvSpPr>
          <p:spPr>
            <a:xfrm>
              <a:off x="7877530" y="0"/>
              <a:ext cx="3903131" cy="6858000"/>
            </a:xfrm>
            <a:prstGeom prst="chevron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24EB31B-B1FE-D157-5E2F-026CF64D23A8}"/>
                </a:ext>
              </a:extLst>
            </p:cNvPr>
            <p:cNvSpPr/>
            <p:nvPr userDrawn="1"/>
          </p:nvSpPr>
          <p:spPr>
            <a:xfrm>
              <a:off x="9216675" y="0"/>
              <a:ext cx="3007076" cy="6858000"/>
            </a:xfrm>
            <a:custGeom>
              <a:avLst/>
              <a:gdLst>
                <a:gd name="connsiteX0" fmla="*/ 0 w 3007076"/>
                <a:gd name="connsiteY0" fmla="*/ 0 h 6858000"/>
                <a:gd name="connsiteX1" fmla="*/ 1951566 w 3007076"/>
                <a:gd name="connsiteY1" fmla="*/ 0 h 6858000"/>
                <a:gd name="connsiteX2" fmla="*/ 3007076 w 3007076"/>
                <a:gd name="connsiteY2" fmla="*/ 1854585 h 6858000"/>
                <a:gd name="connsiteX3" fmla="*/ 3007076 w 3007076"/>
                <a:gd name="connsiteY3" fmla="*/ 3067050 h 6858000"/>
                <a:gd name="connsiteX4" fmla="*/ 3007076 w 3007076"/>
                <a:gd name="connsiteY4" fmla="*/ 5003415 h 6858000"/>
                <a:gd name="connsiteX5" fmla="*/ 1951566 w 3007076"/>
                <a:gd name="connsiteY5" fmla="*/ 6858000 h 6858000"/>
                <a:gd name="connsiteX6" fmla="*/ 0 w 3007076"/>
                <a:gd name="connsiteY6" fmla="*/ 6858000 h 6858000"/>
                <a:gd name="connsiteX7" fmla="*/ 1951566 w 3007076"/>
                <a:gd name="connsiteY7" fmla="*/ 3429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07076" h="6858000">
                  <a:moveTo>
                    <a:pt x="0" y="0"/>
                  </a:moveTo>
                  <a:lnTo>
                    <a:pt x="1951566" y="0"/>
                  </a:lnTo>
                  <a:lnTo>
                    <a:pt x="3007076" y="1854585"/>
                  </a:lnTo>
                  <a:lnTo>
                    <a:pt x="3007076" y="3067050"/>
                  </a:lnTo>
                  <a:lnTo>
                    <a:pt x="3007076" y="5003415"/>
                  </a:lnTo>
                  <a:lnTo>
                    <a:pt x="1951566" y="6858000"/>
                  </a:lnTo>
                  <a:lnTo>
                    <a:pt x="0" y="6858000"/>
                  </a:lnTo>
                  <a:lnTo>
                    <a:pt x="1951566" y="3429000"/>
                  </a:lnTo>
                  <a:close/>
                </a:path>
              </a:pathLst>
            </a:cu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DC537E6-B91E-C0CE-2150-57B6355ACF69}"/>
                </a:ext>
              </a:extLst>
            </p:cNvPr>
            <p:cNvSpPr/>
            <p:nvPr userDrawn="1"/>
          </p:nvSpPr>
          <p:spPr>
            <a:xfrm>
              <a:off x="10555819" y="0"/>
              <a:ext cx="1672165" cy="6858000"/>
            </a:xfrm>
            <a:custGeom>
              <a:avLst/>
              <a:gdLst>
                <a:gd name="connsiteX0" fmla="*/ 1672165 w 1672165"/>
                <a:gd name="connsiteY0" fmla="*/ 3919922 h 6858000"/>
                <a:gd name="connsiteX1" fmla="*/ 1672165 w 1672165"/>
                <a:gd name="connsiteY1" fmla="*/ 6858000 h 6858000"/>
                <a:gd name="connsiteX2" fmla="*/ 0 w 1672165"/>
                <a:gd name="connsiteY2" fmla="*/ 6858000 h 6858000"/>
                <a:gd name="connsiteX3" fmla="*/ 0 w 1672165"/>
                <a:gd name="connsiteY3" fmla="*/ 0 h 6858000"/>
                <a:gd name="connsiteX4" fmla="*/ 1672165 w 1672165"/>
                <a:gd name="connsiteY4" fmla="*/ 0 h 6858000"/>
                <a:gd name="connsiteX5" fmla="*/ 1672165 w 1672165"/>
                <a:gd name="connsiteY5" fmla="*/ 293807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2165" h="6858000">
                  <a:moveTo>
                    <a:pt x="1672165" y="3919922"/>
                  </a:moveTo>
                  <a:lnTo>
                    <a:pt x="1672165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1672165" y="0"/>
                  </a:lnTo>
                  <a:lnTo>
                    <a:pt x="1672165" y="2938079"/>
                  </a:lnTo>
                  <a:close/>
                </a:path>
              </a:pathLst>
            </a:cu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FB09ABD-39BE-20A0-65FF-C89AFC161D5A}"/>
                </a:ext>
              </a:extLst>
            </p:cNvPr>
            <p:cNvSpPr/>
            <p:nvPr userDrawn="1"/>
          </p:nvSpPr>
          <p:spPr>
            <a:xfrm>
              <a:off x="-78321" y="1334363"/>
              <a:ext cx="1202974" cy="4227374"/>
            </a:xfrm>
            <a:custGeom>
              <a:avLst/>
              <a:gdLst>
                <a:gd name="connsiteX0" fmla="*/ 0 w 1202974"/>
                <a:gd name="connsiteY0" fmla="*/ 0 h 4227374"/>
                <a:gd name="connsiteX1" fmla="*/ 1202974 w 1202974"/>
                <a:gd name="connsiteY1" fmla="*/ 2113687 h 4227374"/>
                <a:gd name="connsiteX2" fmla="*/ 0 w 1202974"/>
                <a:gd name="connsiteY2" fmla="*/ 4227374 h 4227374"/>
                <a:gd name="connsiteX3" fmla="*/ 0 w 1202974"/>
                <a:gd name="connsiteY3" fmla="*/ 1802537 h 422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2974" h="4227374">
                  <a:moveTo>
                    <a:pt x="0" y="0"/>
                  </a:moveTo>
                  <a:lnTo>
                    <a:pt x="1202974" y="2113687"/>
                  </a:lnTo>
                  <a:lnTo>
                    <a:pt x="0" y="4227374"/>
                  </a:lnTo>
                  <a:lnTo>
                    <a:pt x="0" y="1802537"/>
                  </a:lnTo>
                  <a:close/>
                </a:path>
              </a:pathLst>
            </a:cu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71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hyperlink" Target="file:///C:\Users\David%20Varela\Downloads\525947218-08ec3768-02b8-4cd1-acb5-1238e4f26114.mp4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hyperlink" Target="file:///C:\Users\David%20Varela\Downloads\dutch1.mp4" TargetMode="External"/><Relationship Id="rId5" Type="http://schemas.openxmlformats.org/officeDocument/2006/relationships/hyperlink" Target="file:///C:\Users\David%20Varela\Downloads\2.mp4" TargetMode="External"/><Relationship Id="rId4" Type="http://schemas.openxmlformats.org/officeDocument/2006/relationships/hyperlink" Target="file:///C:\Users\David%20Varela\Downloads\1.mp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David%20Varela\Downloads\With_Load_ABS_RPM.jpg" TargetMode="External"/><Relationship Id="rId2" Type="http://schemas.openxmlformats.org/officeDocument/2006/relationships/hyperlink" Target="file:///C:\Users\David%20Varela\Downloads\525947218-08ec3768-02b8-4cd1-acb5-1238e4f26114.mp4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093413D-F766-808C-ACFE-375934F75526}"/>
              </a:ext>
            </a:extLst>
          </p:cNvPr>
          <p:cNvSpPr/>
          <p:nvPr/>
        </p:nvSpPr>
        <p:spPr>
          <a:xfrm flipH="1">
            <a:off x="0" y="5024721"/>
            <a:ext cx="6367174" cy="1072854"/>
          </a:xfrm>
          <a:custGeom>
            <a:avLst/>
            <a:gdLst>
              <a:gd name="connsiteX0" fmla="*/ 6367174 w 6367174"/>
              <a:gd name="connsiteY0" fmla="*/ 0 h 1072854"/>
              <a:gd name="connsiteX1" fmla="*/ 0 w 6367174"/>
              <a:gd name="connsiteY1" fmla="*/ 0 h 1072854"/>
              <a:gd name="connsiteX2" fmla="*/ 273578 w 6367174"/>
              <a:gd name="connsiteY2" fmla="*/ 1072854 h 1072854"/>
              <a:gd name="connsiteX3" fmla="*/ 6367174 w 6367174"/>
              <a:gd name="connsiteY3" fmla="*/ 1072854 h 107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7174" h="1072854">
                <a:moveTo>
                  <a:pt x="6367174" y="0"/>
                </a:moveTo>
                <a:lnTo>
                  <a:pt x="0" y="0"/>
                </a:lnTo>
                <a:lnTo>
                  <a:pt x="273578" y="1072854"/>
                </a:lnTo>
                <a:lnTo>
                  <a:pt x="6367174" y="1072854"/>
                </a:lnTo>
                <a:close/>
              </a:path>
            </a:pathLst>
          </a:cu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6C3E2DC-7149-273C-DCCB-A57BAF9BF84F}"/>
              </a:ext>
            </a:extLst>
          </p:cNvPr>
          <p:cNvSpPr/>
          <p:nvPr/>
        </p:nvSpPr>
        <p:spPr>
          <a:xfrm flipH="1" flipV="1">
            <a:off x="1872342" y="810006"/>
            <a:ext cx="9695541" cy="1072854"/>
          </a:xfrm>
          <a:prstGeom prst="parallelogram">
            <a:avLst>
              <a:gd name="adj" fmla="val 39029"/>
            </a:avLst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7224741" y="2163195"/>
            <a:ext cx="39132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+mj-lt"/>
              </a:rPr>
              <a:t>Flywheel Inverted Pendulum (COIL)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C933D7-2D08-9FBB-A387-63B0A07CE6F8}"/>
              </a:ext>
            </a:extLst>
          </p:cNvPr>
          <p:cNvSpPr txBox="1"/>
          <p:nvPr/>
        </p:nvSpPr>
        <p:spPr>
          <a:xfrm>
            <a:off x="6971035" y="3908405"/>
            <a:ext cx="416691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SUSE" pitchFamily="2" charset="0"/>
              </a:defRPr>
            </a:lvl1pPr>
          </a:lstStyle>
          <a:p>
            <a:r>
              <a:rPr lang="en-IN" sz="1600" b="1" dirty="0" err="1">
                <a:latin typeface="+mn-lt"/>
                <a:cs typeface="Athiti" panose="00000500000000000000" pitchFamily="2" charset="-34"/>
              </a:rPr>
              <a:t>Engenharia</a:t>
            </a:r>
            <a:r>
              <a:rPr lang="en-IN" sz="1600" b="1" dirty="0">
                <a:latin typeface="+mn-lt"/>
                <a:cs typeface="Athiti" panose="00000500000000000000" pitchFamily="2" charset="-34"/>
              </a:rPr>
              <a:t> de </a:t>
            </a:r>
            <a:r>
              <a:rPr lang="en-IN" sz="1600" b="1" dirty="0" err="1">
                <a:latin typeface="+mn-lt"/>
                <a:cs typeface="Athiti" panose="00000500000000000000" pitchFamily="2" charset="-34"/>
              </a:rPr>
              <a:t>Oficinas</a:t>
            </a:r>
            <a:r>
              <a:rPr lang="en-IN" sz="1600" b="1" dirty="0">
                <a:latin typeface="+mn-lt"/>
                <a:cs typeface="Athiti" panose="00000500000000000000" pitchFamily="2" charset="-34"/>
              </a:rPr>
              <a:t> 3</a:t>
            </a:r>
          </a:p>
          <a:p>
            <a:r>
              <a:rPr lang="en-IN" sz="1600" b="1" dirty="0">
                <a:latin typeface="+mn-lt"/>
                <a:cs typeface="Athiti" panose="00000500000000000000" pitchFamily="2" charset="-34"/>
              </a:rPr>
              <a:t>International Team 4</a:t>
            </a:r>
          </a:p>
          <a:p>
            <a:r>
              <a:rPr lang="en-IN" b="1" dirty="0">
                <a:latin typeface="+mn-lt"/>
                <a:cs typeface="Athiti" panose="00000500000000000000" pitchFamily="2" charset="-34"/>
              </a:rPr>
              <a:t>David Varela</a:t>
            </a:r>
          </a:p>
          <a:p>
            <a:r>
              <a:rPr lang="en-IN" b="1" dirty="0">
                <a:latin typeface="+mn-lt"/>
                <a:cs typeface="Athiti" panose="00000500000000000000" pitchFamily="2" charset="-34"/>
              </a:rPr>
              <a:t>Gabriel Marques</a:t>
            </a:r>
          </a:p>
          <a:p>
            <a:r>
              <a:rPr lang="en-IN" b="1" dirty="0">
                <a:latin typeface="+mn-lt"/>
                <a:cs typeface="Athiti" panose="00000500000000000000" pitchFamily="2" charset="-34"/>
              </a:rPr>
              <a:t>Cisca </a:t>
            </a:r>
            <a:r>
              <a:rPr lang="en-IN" b="1" dirty="0" err="1">
                <a:latin typeface="+mn-lt"/>
                <a:cs typeface="Athiti" panose="00000500000000000000" pitchFamily="2" charset="-34"/>
              </a:rPr>
              <a:t>Wams</a:t>
            </a:r>
            <a:endParaRPr lang="en-IN" b="1" dirty="0">
              <a:latin typeface="+mn-lt"/>
              <a:cs typeface="Athiti" panose="00000500000000000000" pitchFamily="2" charset="-34"/>
            </a:endParaRPr>
          </a:p>
          <a:p>
            <a:r>
              <a:rPr lang="en-IN" b="1" dirty="0">
                <a:latin typeface="+mn-lt"/>
                <a:cs typeface="Athiti" panose="00000500000000000000" pitchFamily="2" charset="-34"/>
              </a:rPr>
              <a:t>Splinter K</a:t>
            </a:r>
            <a:r>
              <a:rPr lang="en-IN" b="1">
                <a:latin typeface="+mn-lt"/>
                <a:cs typeface="Athiti" panose="00000500000000000000" pitchFamily="2" charset="-34"/>
              </a:rPr>
              <a:t>ohlbrugge</a:t>
            </a:r>
            <a:endParaRPr lang="en-IN" b="1" dirty="0">
              <a:latin typeface="+mn-lt"/>
              <a:cs typeface="Athiti" panose="00000500000000000000" pitchFamily="2" charset="-34"/>
            </a:endParaRPr>
          </a:p>
          <a:p>
            <a:r>
              <a:rPr lang="en-IN" b="1" dirty="0">
                <a:latin typeface="+mn-lt"/>
                <a:cs typeface="Athiti" panose="00000500000000000000" pitchFamily="2" charset="-34"/>
              </a:rPr>
              <a:t>Thijs Ritter</a:t>
            </a:r>
          </a:p>
          <a:p>
            <a:endParaRPr lang="en-IN" b="1" dirty="0">
              <a:latin typeface="+mn-lt"/>
              <a:cs typeface="Athiti" panose="00000500000000000000" pitchFamily="2" charset="-34"/>
            </a:endParaRPr>
          </a:p>
          <a:p>
            <a:r>
              <a:rPr lang="en-IN" b="1" dirty="0" err="1">
                <a:latin typeface="+mn-lt"/>
                <a:cs typeface="Athiti" panose="00000500000000000000" pitchFamily="2" charset="-34"/>
              </a:rPr>
              <a:t>Proffs</a:t>
            </a:r>
            <a:r>
              <a:rPr lang="en-IN" b="1" dirty="0">
                <a:latin typeface="+mn-lt"/>
                <a:cs typeface="Athiti" panose="00000500000000000000" pitchFamily="2" charset="-34"/>
              </a:rPr>
              <a:t>. Pedro Patrício, Manfred Niehus, Mark Bosman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D60464-59D6-1068-15E1-5CE224B68F24}"/>
              </a:ext>
            </a:extLst>
          </p:cNvPr>
          <p:cNvGrpSpPr/>
          <p:nvPr/>
        </p:nvGrpSpPr>
        <p:grpSpPr>
          <a:xfrm>
            <a:off x="273644" y="249903"/>
            <a:ext cx="6814645" cy="4235294"/>
            <a:chOff x="273644" y="249903"/>
            <a:chExt cx="6814645" cy="42352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7B175E8-B93E-4993-D16A-04CA82066902}"/>
                </a:ext>
              </a:extLst>
            </p:cNvPr>
            <p:cNvGrpSpPr/>
            <p:nvPr/>
          </p:nvGrpSpPr>
          <p:grpSpPr>
            <a:xfrm>
              <a:off x="273644" y="249903"/>
              <a:ext cx="3581268" cy="3581268"/>
              <a:chOff x="1302064" y="2859529"/>
              <a:chExt cx="4723692" cy="472369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75D1BAE-5320-0CF5-8E0A-78D82B196325}"/>
                  </a:ext>
                </a:extLst>
              </p:cNvPr>
              <p:cNvSpPr/>
              <p:nvPr/>
            </p:nvSpPr>
            <p:spPr>
              <a:xfrm>
                <a:off x="1476235" y="3033700"/>
                <a:ext cx="4375350" cy="437535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A0A366F-3139-B089-0756-2AEA12526B80}"/>
                  </a:ext>
                </a:extLst>
              </p:cNvPr>
              <p:cNvSpPr/>
              <p:nvPr/>
            </p:nvSpPr>
            <p:spPr>
              <a:xfrm>
                <a:off x="1383162" y="2940627"/>
                <a:ext cx="4561496" cy="4561496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5302D75-55E8-28A9-6F7F-9723C904326D}"/>
                  </a:ext>
                </a:extLst>
              </p:cNvPr>
              <p:cNvSpPr/>
              <p:nvPr/>
            </p:nvSpPr>
            <p:spPr>
              <a:xfrm>
                <a:off x="1302064" y="2859529"/>
                <a:ext cx="4723692" cy="4723692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shade val="1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BF11F6-0F59-889B-8519-8DD48B404F4A}"/>
                </a:ext>
              </a:extLst>
            </p:cNvPr>
            <p:cNvGrpSpPr/>
            <p:nvPr/>
          </p:nvGrpSpPr>
          <p:grpSpPr>
            <a:xfrm>
              <a:off x="3991364" y="1388272"/>
              <a:ext cx="3096925" cy="3096925"/>
              <a:chOff x="1302064" y="2859529"/>
              <a:chExt cx="4723692" cy="472369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40C00AF-393C-FBC9-740C-542FEA15AE1C}"/>
                  </a:ext>
                </a:extLst>
              </p:cNvPr>
              <p:cNvSpPr/>
              <p:nvPr/>
            </p:nvSpPr>
            <p:spPr>
              <a:xfrm>
                <a:off x="1575731" y="3133198"/>
                <a:ext cx="4176358" cy="417635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D2B1B53-6045-A55F-2AEF-3FDF34401D0A}"/>
                  </a:ext>
                </a:extLst>
              </p:cNvPr>
              <p:cNvSpPr/>
              <p:nvPr/>
            </p:nvSpPr>
            <p:spPr>
              <a:xfrm>
                <a:off x="1439861" y="2997327"/>
                <a:ext cx="4448102" cy="4448099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1AC64D5-0764-38D1-8C53-F75C995A8B6B}"/>
                  </a:ext>
                </a:extLst>
              </p:cNvPr>
              <p:cNvSpPr/>
              <p:nvPr/>
            </p:nvSpPr>
            <p:spPr>
              <a:xfrm>
                <a:off x="1302064" y="2859529"/>
                <a:ext cx="4723692" cy="4723692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shade val="1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pic>
        <p:nvPicPr>
          <p:cNvPr id="38" name="Picture Placeholder 37" descr="A blue machine on a table&#10;&#10;AI-generated content may be incorrect.">
            <a:extLst>
              <a:ext uri="{FF2B5EF4-FFF2-40B4-BE49-F238E27FC236}">
                <a16:creationId xmlns:a16="http://schemas.microsoft.com/office/drawing/2014/main" id="{8013F968-2C5F-2249-553F-24581E5A96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90" name="Picture Placeholder 89" descr="A machine on a table&#10;&#10;AI-generated content may be incorrect.">
            <a:extLst>
              <a:ext uri="{FF2B5EF4-FFF2-40B4-BE49-F238E27FC236}">
                <a16:creationId xmlns:a16="http://schemas.microsoft.com/office/drawing/2014/main" id="{B951E359-230A-5167-05C9-E4800262BB6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45" b="21445"/>
          <a:stretch>
            <a:fillRect/>
          </a:stretch>
        </p:blipFill>
        <p:spPr/>
      </p:pic>
      <p:pic>
        <p:nvPicPr>
          <p:cNvPr id="94" name="Picture 93" descr="A red and black logo&#10;&#10;AI-generated content may be incorrect.">
            <a:extLst>
              <a:ext uri="{FF2B5EF4-FFF2-40B4-BE49-F238E27FC236}">
                <a16:creationId xmlns:a16="http://schemas.microsoft.com/office/drawing/2014/main" id="{8604F78F-D777-B09D-5515-C1B24AB29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72" y="-24728"/>
            <a:ext cx="2156177" cy="813357"/>
          </a:xfrm>
          <a:prstGeom prst="rect">
            <a:avLst/>
          </a:prstGeom>
        </p:spPr>
      </p:pic>
      <p:pic>
        <p:nvPicPr>
          <p:cNvPr id="101" name="Picture 10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B898FB6-B7F4-F567-A762-47ACD68CB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678" y="-209765"/>
            <a:ext cx="2261329" cy="1183429"/>
          </a:xfrm>
          <a:prstGeom prst="rect">
            <a:avLst/>
          </a:prstGeom>
        </p:spPr>
      </p:pic>
      <p:pic>
        <p:nvPicPr>
          <p:cNvPr id="103" name="Picture 102" descr="A purple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82873ABE-9DE4-53C0-F2A8-BBBA529A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58" y="146035"/>
            <a:ext cx="1818262" cy="523804"/>
          </a:xfrm>
          <a:prstGeom prst="rect">
            <a:avLst/>
          </a:prstGeom>
        </p:spPr>
      </p:pic>
      <p:pic>
        <p:nvPicPr>
          <p:cNvPr id="107" name="Picture 10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60C86538-E628-6227-CC1C-E252C22C9D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19" y="108882"/>
            <a:ext cx="2772939" cy="66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2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E4B318A-9048-1AB4-7BC5-BF65BB2E65DA}"/>
              </a:ext>
            </a:extLst>
          </p:cNvPr>
          <p:cNvSpPr/>
          <p:nvPr/>
        </p:nvSpPr>
        <p:spPr>
          <a:xfrm flipH="1">
            <a:off x="1130524" y="0"/>
            <a:ext cx="3512381" cy="6858000"/>
          </a:xfrm>
          <a:custGeom>
            <a:avLst/>
            <a:gdLst>
              <a:gd name="connsiteX0" fmla="*/ 3512381 w 3512381"/>
              <a:gd name="connsiteY0" fmla="*/ 0 h 6858000"/>
              <a:gd name="connsiteX1" fmla="*/ 1678245 w 3512381"/>
              <a:gd name="connsiteY1" fmla="*/ 0 h 6858000"/>
              <a:gd name="connsiteX2" fmla="*/ 0 w 3512381"/>
              <a:gd name="connsiteY2" fmla="*/ 6858000 h 6858000"/>
              <a:gd name="connsiteX3" fmla="*/ 1834135 w 351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2381" h="6858000">
                <a:moveTo>
                  <a:pt x="3512381" y="0"/>
                </a:moveTo>
                <a:lnTo>
                  <a:pt x="1678245" y="0"/>
                </a:lnTo>
                <a:lnTo>
                  <a:pt x="0" y="6858000"/>
                </a:lnTo>
                <a:lnTo>
                  <a:pt x="1834135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7065538" y="581320"/>
            <a:ext cx="40716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6000" dirty="0">
                <a:latin typeface="+mj-lt"/>
              </a:rPr>
              <a:t>Introduction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A5F895-2354-EE11-B2AE-E682CC0D5F93}"/>
              </a:ext>
            </a:extLst>
          </p:cNvPr>
          <p:cNvSpPr/>
          <p:nvPr/>
        </p:nvSpPr>
        <p:spPr>
          <a:xfrm>
            <a:off x="1204844" y="2189747"/>
            <a:ext cx="4375350" cy="43753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571C9B-19A3-0DE6-96DE-9B314D9D603A}"/>
              </a:ext>
            </a:extLst>
          </p:cNvPr>
          <p:cNvSpPr/>
          <p:nvPr/>
        </p:nvSpPr>
        <p:spPr>
          <a:xfrm>
            <a:off x="1111771" y="2096674"/>
            <a:ext cx="4561496" cy="4561496"/>
          </a:xfrm>
          <a:prstGeom prst="ellipse">
            <a:avLst/>
          </a:prstGeom>
          <a:noFill/>
          <a:ln w="127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4BC388-B5B0-B37C-0C31-63CEAB8E5CC0}"/>
              </a:ext>
            </a:extLst>
          </p:cNvPr>
          <p:cNvSpPr/>
          <p:nvPr/>
        </p:nvSpPr>
        <p:spPr>
          <a:xfrm>
            <a:off x="1030673" y="2015576"/>
            <a:ext cx="4723692" cy="4723692"/>
          </a:xfrm>
          <a:prstGeom prst="ellipse">
            <a:avLst/>
          </a:prstGeom>
          <a:noFill/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44192-FF4F-EEAA-52B7-A5B56054E5F9}"/>
              </a:ext>
            </a:extLst>
          </p:cNvPr>
          <p:cNvSpPr txBox="1"/>
          <p:nvPr/>
        </p:nvSpPr>
        <p:spPr>
          <a:xfrm>
            <a:off x="6088380" y="1899879"/>
            <a:ext cx="6026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SUSE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Basis of the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Theoric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 foundation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Components used and system overview</a:t>
            </a:r>
          </a:p>
        </p:txBody>
      </p:sp>
      <p:pic>
        <p:nvPicPr>
          <p:cNvPr id="6" name="Picture Placeholder 5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9E352C64-19C0-8AA1-AC19-02C266C397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1" r="219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110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EB379D8-1DB7-B727-6302-B38DC49220E5}"/>
              </a:ext>
            </a:extLst>
          </p:cNvPr>
          <p:cNvSpPr/>
          <p:nvPr/>
        </p:nvSpPr>
        <p:spPr>
          <a:xfrm flipH="1">
            <a:off x="8969538" y="-1"/>
            <a:ext cx="3222462" cy="4164625"/>
          </a:xfrm>
          <a:custGeom>
            <a:avLst/>
            <a:gdLst>
              <a:gd name="connsiteX0" fmla="*/ 3222462 w 3222462"/>
              <a:gd name="connsiteY0" fmla="*/ 0 h 4164625"/>
              <a:gd name="connsiteX1" fmla="*/ 779715 w 3222462"/>
              <a:gd name="connsiteY1" fmla="*/ 0 h 4164625"/>
              <a:gd name="connsiteX2" fmla="*/ 0 w 3222462"/>
              <a:gd name="connsiteY2" fmla="*/ 2393687 h 4164625"/>
              <a:gd name="connsiteX3" fmla="*/ 0 w 3222462"/>
              <a:gd name="connsiteY3" fmla="*/ 4164625 h 4164625"/>
              <a:gd name="connsiteX4" fmla="*/ 1865885 w 3222462"/>
              <a:gd name="connsiteY4" fmla="*/ 4164625 h 416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2462" h="4164625">
                <a:moveTo>
                  <a:pt x="3222462" y="0"/>
                </a:moveTo>
                <a:lnTo>
                  <a:pt x="779715" y="0"/>
                </a:lnTo>
                <a:lnTo>
                  <a:pt x="0" y="2393687"/>
                </a:lnTo>
                <a:lnTo>
                  <a:pt x="0" y="4164625"/>
                </a:lnTo>
                <a:lnTo>
                  <a:pt x="1865885" y="4164625"/>
                </a:lnTo>
                <a:close/>
              </a:path>
            </a:pathLst>
          </a:cu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88937A-5593-9F56-3232-B647A04B588F}"/>
              </a:ext>
            </a:extLst>
          </p:cNvPr>
          <p:cNvSpPr/>
          <p:nvPr/>
        </p:nvSpPr>
        <p:spPr>
          <a:xfrm flipH="1">
            <a:off x="-20676" y="945937"/>
            <a:ext cx="2378910" cy="5975707"/>
          </a:xfrm>
          <a:custGeom>
            <a:avLst/>
            <a:gdLst>
              <a:gd name="connsiteX0" fmla="*/ 2378910 w 2378910"/>
              <a:gd name="connsiteY0" fmla="*/ 0 h 5975707"/>
              <a:gd name="connsiteX1" fmla="*/ 1552042 w 2378910"/>
              <a:gd name="connsiteY1" fmla="*/ 0 h 5975707"/>
              <a:gd name="connsiteX2" fmla="*/ 0 w 2378910"/>
              <a:gd name="connsiteY2" fmla="*/ 5975707 h 5975707"/>
              <a:gd name="connsiteX3" fmla="*/ 2378910 w 2378910"/>
              <a:gd name="connsiteY3" fmla="*/ 5975707 h 597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8910" h="5975707">
                <a:moveTo>
                  <a:pt x="2378910" y="0"/>
                </a:moveTo>
                <a:lnTo>
                  <a:pt x="1552042" y="0"/>
                </a:lnTo>
                <a:lnTo>
                  <a:pt x="0" y="5975707"/>
                </a:lnTo>
                <a:lnTo>
                  <a:pt x="2378910" y="5975707"/>
                </a:lnTo>
                <a:close/>
              </a:path>
            </a:pathLst>
          </a:cu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1603746" y="360044"/>
            <a:ext cx="4398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latin typeface="+mj-lt"/>
              </a:rPr>
              <a:t>Development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CF7B10-079C-6C07-1EBA-E72780F87A68}"/>
              </a:ext>
            </a:extLst>
          </p:cNvPr>
          <p:cNvGrpSpPr/>
          <p:nvPr/>
        </p:nvGrpSpPr>
        <p:grpSpPr>
          <a:xfrm>
            <a:off x="6651450" y="360044"/>
            <a:ext cx="4142706" cy="4142706"/>
            <a:chOff x="1302064" y="2859529"/>
            <a:chExt cx="4723692" cy="472369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EA5F895-2354-EE11-B2AE-E682CC0D5F93}"/>
                </a:ext>
              </a:extLst>
            </p:cNvPr>
            <p:cNvSpPr/>
            <p:nvPr/>
          </p:nvSpPr>
          <p:spPr>
            <a:xfrm>
              <a:off x="1476235" y="3033700"/>
              <a:ext cx="4375350" cy="437535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B571C9B-19A3-0DE6-96DE-9B314D9D603A}"/>
                </a:ext>
              </a:extLst>
            </p:cNvPr>
            <p:cNvSpPr/>
            <p:nvPr/>
          </p:nvSpPr>
          <p:spPr>
            <a:xfrm>
              <a:off x="1383162" y="2940627"/>
              <a:ext cx="4561496" cy="4561496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4BC388-B5B0-B37C-0C31-63CEAB8E5CC0}"/>
                </a:ext>
              </a:extLst>
            </p:cNvPr>
            <p:cNvSpPr/>
            <p:nvPr/>
          </p:nvSpPr>
          <p:spPr>
            <a:xfrm>
              <a:off x="1302064" y="2859529"/>
              <a:ext cx="4723692" cy="4723692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8DD022E-BD82-0C6D-CE67-34A07E474087}"/>
              </a:ext>
            </a:extLst>
          </p:cNvPr>
          <p:cNvSpPr txBox="1"/>
          <p:nvPr/>
        </p:nvSpPr>
        <p:spPr>
          <a:xfrm>
            <a:off x="1490696" y="1546101"/>
            <a:ext cx="4624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SUSE" pitchFamily="2" charset="0"/>
              </a:defRPr>
            </a:lvl1pPr>
          </a:lstStyle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Implementation of code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Troubleshooting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PID control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thiti" panose="00000500000000000000" pitchFamily="2" charset="-34"/>
            </a:endParaRPr>
          </a:p>
        </p:txBody>
      </p:sp>
      <p:pic>
        <p:nvPicPr>
          <p:cNvPr id="51" name="Picture Placeholder 50" descr="A red circuit board with black square and blue square and black square&#10;&#10;AI-generated content may be incorrect.">
            <a:extLst>
              <a:ext uri="{FF2B5EF4-FFF2-40B4-BE49-F238E27FC236}">
                <a16:creationId xmlns:a16="http://schemas.microsoft.com/office/drawing/2014/main" id="{E484E0AD-EE22-1285-E394-AC52A15165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3" r="13883"/>
          <a:stretch>
            <a:fillRect/>
          </a:stretch>
        </p:blipFill>
        <p:spPr/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6BC49B0E-43AA-9C8D-CEA5-FABDE65EE523}"/>
              </a:ext>
            </a:extLst>
          </p:cNvPr>
          <p:cNvGrpSpPr/>
          <p:nvPr/>
        </p:nvGrpSpPr>
        <p:grpSpPr>
          <a:xfrm>
            <a:off x="823343" y="2600698"/>
            <a:ext cx="4142706" cy="4142706"/>
            <a:chOff x="1302064" y="2859529"/>
            <a:chExt cx="4723692" cy="4723692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FD507C2-0769-D265-63BC-77264EA6F5E2}"/>
                </a:ext>
              </a:extLst>
            </p:cNvPr>
            <p:cNvSpPr/>
            <p:nvPr/>
          </p:nvSpPr>
          <p:spPr>
            <a:xfrm>
              <a:off x="1476235" y="3033700"/>
              <a:ext cx="4375350" cy="437535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6E60895-0F85-5F5F-1FBB-36070D5ED38D}"/>
                </a:ext>
              </a:extLst>
            </p:cNvPr>
            <p:cNvSpPr/>
            <p:nvPr/>
          </p:nvSpPr>
          <p:spPr>
            <a:xfrm>
              <a:off x="1383162" y="2940627"/>
              <a:ext cx="4561496" cy="4561496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462BC93-07DF-E4E7-B10F-333F1E444A07}"/>
                </a:ext>
              </a:extLst>
            </p:cNvPr>
            <p:cNvSpPr/>
            <p:nvPr/>
          </p:nvSpPr>
          <p:spPr>
            <a:xfrm>
              <a:off x="1302064" y="2859529"/>
              <a:ext cx="4723692" cy="4723692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6" name="Picture 65" descr="A blue circle with white text and a plus and minus symbol&#10;&#10;AI-generated content may be incorrect.">
            <a:extLst>
              <a:ext uri="{FF2B5EF4-FFF2-40B4-BE49-F238E27FC236}">
                <a16:creationId xmlns:a16="http://schemas.microsoft.com/office/drawing/2014/main" id="{D748CE5D-24B6-2D85-CEEC-FF578FD78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92" y="2757874"/>
            <a:ext cx="3837208" cy="383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0508DF7B-2613-0CDA-4699-1C49461C3247}"/>
              </a:ext>
            </a:extLst>
          </p:cNvPr>
          <p:cNvSpPr/>
          <p:nvPr/>
        </p:nvSpPr>
        <p:spPr>
          <a:xfrm flipH="1">
            <a:off x="4781779" y="0"/>
            <a:ext cx="3676420" cy="6858000"/>
          </a:xfrm>
          <a:prstGeom prst="parallelogram">
            <a:avLst>
              <a:gd name="adj" fmla="val 32364"/>
            </a:avLst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562882" y="374113"/>
            <a:ext cx="4612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+mj-lt"/>
              </a:rPr>
              <a:t>PID Control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B175E8-B93E-4993-D16A-04CA82066902}"/>
              </a:ext>
            </a:extLst>
          </p:cNvPr>
          <p:cNvGrpSpPr/>
          <p:nvPr/>
        </p:nvGrpSpPr>
        <p:grpSpPr>
          <a:xfrm>
            <a:off x="1403908" y="2668126"/>
            <a:ext cx="5563744" cy="5563744"/>
            <a:chOff x="1302064" y="2859529"/>
            <a:chExt cx="4723692" cy="472369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5D1BAE-5320-0CF5-8E0A-78D82B196325}"/>
                </a:ext>
              </a:extLst>
            </p:cNvPr>
            <p:cNvSpPr/>
            <p:nvPr/>
          </p:nvSpPr>
          <p:spPr>
            <a:xfrm>
              <a:off x="1476235" y="3033700"/>
              <a:ext cx="4375350" cy="437535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A366F-3139-B089-0756-2AEA12526B80}"/>
                </a:ext>
              </a:extLst>
            </p:cNvPr>
            <p:cNvSpPr/>
            <p:nvPr/>
          </p:nvSpPr>
          <p:spPr>
            <a:xfrm>
              <a:off x="1383162" y="2940627"/>
              <a:ext cx="4561496" cy="4561496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5302D75-55E8-28A9-6F7F-9723C904326D}"/>
                </a:ext>
              </a:extLst>
            </p:cNvPr>
            <p:cNvSpPr/>
            <p:nvPr/>
          </p:nvSpPr>
          <p:spPr>
            <a:xfrm>
              <a:off x="1302064" y="2859529"/>
              <a:ext cx="4723692" cy="4723692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D0167A-4C60-FAE1-DC34-0EE2C09289FF}"/>
              </a:ext>
            </a:extLst>
          </p:cNvPr>
          <p:cNvSpPr txBox="1"/>
          <p:nvPr/>
        </p:nvSpPr>
        <p:spPr>
          <a:xfrm>
            <a:off x="7813056" y="1203732"/>
            <a:ext cx="2124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SUSE" pitchFamily="2" charset="0"/>
              </a:defRPr>
            </a:lvl1pPr>
          </a:lstStyle>
          <a:p>
            <a:pPr algn="l"/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P - Proportional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8D9DD-C2A4-8CE0-3111-A572B50F6410}"/>
              </a:ext>
            </a:extLst>
          </p:cNvPr>
          <p:cNvSpPr txBox="1"/>
          <p:nvPr/>
        </p:nvSpPr>
        <p:spPr>
          <a:xfrm>
            <a:off x="7813056" y="1440726"/>
            <a:ext cx="3194388" cy="516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IN" sz="1200" i="0" dirty="0">
                <a:effectLst/>
                <a:cs typeface="Athiti" panose="00000500000000000000" pitchFamily="2" charset="-34"/>
              </a:rPr>
              <a:t>Provides instant correction in relation to the setpoint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21108-0A51-05AA-0DF4-AE75380AAC6E}"/>
              </a:ext>
            </a:extLst>
          </p:cNvPr>
          <p:cNvSpPr txBox="1"/>
          <p:nvPr/>
        </p:nvSpPr>
        <p:spPr>
          <a:xfrm>
            <a:off x="8019031" y="2634574"/>
            <a:ext cx="3076444" cy="516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GB" sz="1200" dirty="0"/>
              <a:t>Calculates the sum of past errors over time to eliminate steady-state errors</a:t>
            </a:r>
            <a:endParaRPr lang="en-IN" sz="1200" i="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Athiti" panose="00000500000000000000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3622B-950E-2127-1B82-1C1ADEB28CF1}"/>
              </a:ext>
            </a:extLst>
          </p:cNvPr>
          <p:cNvSpPr txBox="1"/>
          <p:nvPr/>
        </p:nvSpPr>
        <p:spPr>
          <a:xfrm>
            <a:off x="8235676" y="3900060"/>
            <a:ext cx="2784296" cy="516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GB" sz="1200" dirty="0"/>
              <a:t>Predicts future error by assessing the rate of change of the error</a:t>
            </a:r>
            <a:endParaRPr lang="en-IN" sz="1200" i="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Athiti" panose="00000500000000000000" pitchFamily="2" charset="-3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62E8BB-4682-11F0-3C59-C51FCCA4B600}"/>
              </a:ext>
            </a:extLst>
          </p:cNvPr>
          <p:cNvCxnSpPr>
            <a:cxnSpLocks/>
          </p:cNvCxnSpPr>
          <p:nvPr/>
        </p:nvCxnSpPr>
        <p:spPr>
          <a:xfrm>
            <a:off x="7172963" y="2145927"/>
            <a:ext cx="50476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643F2D-046F-D768-5029-7CAB553372F6}"/>
              </a:ext>
            </a:extLst>
          </p:cNvPr>
          <p:cNvSpPr txBox="1"/>
          <p:nvPr/>
        </p:nvSpPr>
        <p:spPr>
          <a:xfrm>
            <a:off x="8019031" y="2397580"/>
            <a:ext cx="278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SUSE" pitchFamily="2" charset="0"/>
              </a:defRPr>
            </a:lvl1pPr>
          </a:lstStyle>
          <a:p>
            <a:pPr algn="l"/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I - Integral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58AD9E-9140-E53E-688E-D993483CD05E}"/>
              </a:ext>
            </a:extLst>
          </p:cNvPr>
          <p:cNvCxnSpPr>
            <a:cxnSpLocks/>
          </p:cNvCxnSpPr>
          <p:nvPr/>
        </p:nvCxnSpPr>
        <p:spPr>
          <a:xfrm>
            <a:off x="7378081" y="3399406"/>
            <a:ext cx="4861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7FED98D-3C96-C44A-2E63-1CF2F17946C3}"/>
              </a:ext>
            </a:extLst>
          </p:cNvPr>
          <p:cNvCxnSpPr>
            <a:cxnSpLocks/>
          </p:cNvCxnSpPr>
          <p:nvPr/>
        </p:nvCxnSpPr>
        <p:spPr>
          <a:xfrm>
            <a:off x="7603506" y="4652885"/>
            <a:ext cx="4655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4B34E51-E8A1-25F7-4206-B5FCABA661D8}"/>
              </a:ext>
            </a:extLst>
          </p:cNvPr>
          <p:cNvSpPr txBox="1"/>
          <p:nvPr/>
        </p:nvSpPr>
        <p:spPr>
          <a:xfrm>
            <a:off x="8235676" y="3652411"/>
            <a:ext cx="278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SUSE" pitchFamily="2" charset="0"/>
              </a:defRPr>
            </a:lvl1pPr>
          </a:lstStyle>
          <a:p>
            <a:pPr algn="l"/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D - Derivative</a:t>
            </a:r>
          </a:p>
        </p:txBody>
      </p:sp>
      <p:pic>
        <p:nvPicPr>
          <p:cNvPr id="62" name="Picture Placeholder 61" descr="A diagram of a system">
            <a:extLst>
              <a:ext uri="{FF2B5EF4-FFF2-40B4-BE49-F238E27FC236}">
                <a16:creationId xmlns:a16="http://schemas.microsoft.com/office/drawing/2014/main" id="{4F94717D-CD1D-80AA-F829-83C5F1CEA8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0655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0508DF7B-2613-0CDA-4699-1C49461C3247}"/>
              </a:ext>
            </a:extLst>
          </p:cNvPr>
          <p:cNvSpPr/>
          <p:nvPr/>
        </p:nvSpPr>
        <p:spPr>
          <a:xfrm flipH="1">
            <a:off x="103673" y="4677946"/>
            <a:ext cx="4975928" cy="1890805"/>
          </a:xfrm>
          <a:prstGeom prst="parallelogram">
            <a:avLst>
              <a:gd name="adj" fmla="val 31191"/>
            </a:avLst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84489D6-FFF1-AA62-8804-C34CC641780D}"/>
              </a:ext>
            </a:extLst>
          </p:cNvPr>
          <p:cNvSpPr/>
          <p:nvPr/>
        </p:nvSpPr>
        <p:spPr>
          <a:xfrm flipH="1">
            <a:off x="1282875" y="108253"/>
            <a:ext cx="10163598" cy="2227712"/>
          </a:xfrm>
          <a:prstGeom prst="parallelogram">
            <a:avLst>
              <a:gd name="adj" fmla="val 41035"/>
            </a:avLst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5704114" y="549027"/>
            <a:ext cx="24137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latin typeface="+mj-lt"/>
              </a:rPr>
              <a:t>Results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CF7B10-079C-6C07-1EBA-E72780F87A68}"/>
              </a:ext>
            </a:extLst>
          </p:cNvPr>
          <p:cNvGrpSpPr/>
          <p:nvPr/>
        </p:nvGrpSpPr>
        <p:grpSpPr>
          <a:xfrm>
            <a:off x="129129" y="871894"/>
            <a:ext cx="5036948" cy="5036948"/>
            <a:chOff x="1302064" y="2859529"/>
            <a:chExt cx="4723692" cy="472369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EA5F895-2354-EE11-B2AE-E682CC0D5F93}"/>
                </a:ext>
              </a:extLst>
            </p:cNvPr>
            <p:cNvSpPr/>
            <p:nvPr/>
          </p:nvSpPr>
          <p:spPr>
            <a:xfrm>
              <a:off x="1476235" y="3033700"/>
              <a:ext cx="4375350" cy="437535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B571C9B-19A3-0DE6-96DE-9B314D9D603A}"/>
                </a:ext>
              </a:extLst>
            </p:cNvPr>
            <p:cNvSpPr/>
            <p:nvPr/>
          </p:nvSpPr>
          <p:spPr>
            <a:xfrm>
              <a:off x="1383162" y="2940627"/>
              <a:ext cx="4561496" cy="4561496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4BC388-B5B0-B37C-0C31-63CEAB8E5CC0}"/>
                </a:ext>
              </a:extLst>
            </p:cNvPr>
            <p:cNvSpPr/>
            <p:nvPr/>
          </p:nvSpPr>
          <p:spPr>
            <a:xfrm>
              <a:off x="1302064" y="2859529"/>
              <a:ext cx="4723692" cy="4723692"/>
            </a:xfrm>
            <a:prstGeom prst="ellipse">
              <a:avLst/>
            </a:prstGeom>
            <a:noFill/>
            <a:ln w="1270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47B56F-A344-7B60-D738-10F3ADFC7D47}"/>
              </a:ext>
            </a:extLst>
          </p:cNvPr>
          <p:cNvCxnSpPr>
            <a:cxnSpLocks/>
          </p:cNvCxnSpPr>
          <p:nvPr/>
        </p:nvCxnSpPr>
        <p:spPr>
          <a:xfrm>
            <a:off x="5341215" y="1809076"/>
            <a:ext cx="6458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Placeholder 29" descr="A diagram of a graph&#10;&#10;AI-generated content may be incorrect.">
            <a:extLst>
              <a:ext uri="{FF2B5EF4-FFF2-40B4-BE49-F238E27FC236}">
                <a16:creationId xmlns:a16="http://schemas.microsoft.com/office/drawing/2014/main" id="{EB64D6C6-5711-5ABC-A6E6-04F96F546E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20000"/>
          <a:stretch>
            <a:fillRect/>
          </a:stretch>
        </p:blipFill>
        <p:spPr>
          <a:xfrm>
            <a:off x="314850" y="1057615"/>
            <a:ext cx="4665506" cy="4665506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5B762DF-69CD-4A97-DB3F-00F7E380B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114" y="2468505"/>
            <a:ext cx="5221074" cy="313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68E80EF-9F3B-0BC3-9895-EF989299DB99}"/>
              </a:ext>
            </a:extLst>
          </p:cNvPr>
          <p:cNvSpPr txBox="1"/>
          <p:nvPr/>
        </p:nvSpPr>
        <p:spPr>
          <a:xfrm>
            <a:off x="5620139" y="5683866"/>
            <a:ext cx="441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SUSE" pitchFamily="2" charset="0"/>
              </a:defRPr>
            </a:lvl1pPr>
          </a:lstStyle>
          <a:p>
            <a:pPr algn="l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Pendulum results: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BD2C9C-300D-919D-91D7-EBC6C90DCCCF}"/>
              </a:ext>
            </a:extLst>
          </p:cNvPr>
          <p:cNvSpPr txBox="1"/>
          <p:nvPr/>
        </p:nvSpPr>
        <p:spPr>
          <a:xfrm>
            <a:off x="5620139" y="5960865"/>
            <a:ext cx="1804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SUSE" pitchFamily="2" charset="0"/>
              </a:defRPr>
            </a:lvl1pPr>
          </a:lstStyle>
          <a:p>
            <a:pPr algn="l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Portuguese Team: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  <a:hlinkClick r:id="rId4" action="ppaction://hlinkfile"/>
              </a:rPr>
              <a:t>1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  <a:hlinkClick r:id="rId5" action="ppaction://hlinkfile"/>
              </a:rPr>
              <a:t>2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thiti" panose="00000500000000000000" pitchFamily="2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09D8B-AB0C-ABE5-7601-95D2AFB4B61E}"/>
              </a:ext>
            </a:extLst>
          </p:cNvPr>
          <p:cNvSpPr txBox="1"/>
          <p:nvPr/>
        </p:nvSpPr>
        <p:spPr>
          <a:xfrm>
            <a:off x="8117852" y="5960864"/>
            <a:ext cx="1804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SUSE" pitchFamily="2" charset="0"/>
              </a:defRPr>
            </a:lvl1pPr>
          </a:lstStyle>
          <a:p>
            <a:pPr algn="l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</a:rPr>
              <a:t>Dutch Team: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  <a:hlinkClick r:id="rId6" action="ppaction://hlinkfile"/>
              </a:rPr>
              <a:t>1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thiti" panose="00000500000000000000" pitchFamily="2" charset="-34"/>
                <a:hlinkClick r:id="rId7" action="ppaction://hlinkfile"/>
              </a:rPr>
              <a:t>2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thiti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9691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A0A2A27-DEE2-DB66-2107-E4E0E299C969}"/>
              </a:ext>
            </a:extLst>
          </p:cNvPr>
          <p:cNvSpPr txBox="1"/>
          <p:nvPr/>
        </p:nvSpPr>
        <p:spPr>
          <a:xfrm>
            <a:off x="471359" y="341139"/>
            <a:ext cx="10556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 err="1">
                <a:latin typeface="+mj-lt"/>
              </a:rPr>
              <a:t>Aditional</a:t>
            </a:r>
            <a:r>
              <a:rPr lang="en-IN" sz="6000" dirty="0">
                <a:latin typeface="+mj-lt"/>
              </a:rPr>
              <a:t> challenges completed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F6D40-24BA-B1DA-A1B4-03AE2688275C}"/>
              </a:ext>
            </a:extLst>
          </p:cNvPr>
          <p:cNvSpPr txBox="1"/>
          <p:nvPr/>
        </p:nvSpPr>
        <p:spPr>
          <a:xfrm>
            <a:off x="471359" y="1521394"/>
            <a:ext cx="459100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SUSE" pitchFamily="2" charset="0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  <a:hlinkClick r:id="rId2" action="ppaction://hlinkfile"/>
              </a:rPr>
              <a:t>Starting upside down</a:t>
            </a:r>
            <a:endParaRPr lang="en-IN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Remove some counterweight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Improve the wheel design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  <a:hlinkClick r:id="rId3" action="ppaction://hlinkfile"/>
              </a:rPr>
              <a:t>Advanced data analysis</a:t>
            </a:r>
            <a:endParaRPr lang="en-IN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thiti" panose="00000500000000000000" pitchFamily="2" charset="-34"/>
              </a:rPr>
              <a:t>Use bearings</a:t>
            </a: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  <a:p>
            <a:pPr algn="l"/>
            <a:endParaRPr lang="en-IN" sz="14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thiti" panose="00000500000000000000" pitchFamily="2" charset="-34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6295247-E6F5-68C8-1041-66F45EF10CCD}"/>
              </a:ext>
            </a:extLst>
          </p:cNvPr>
          <p:cNvSpPr/>
          <p:nvPr/>
        </p:nvSpPr>
        <p:spPr>
          <a:xfrm rot="10800000" flipH="1" flipV="1">
            <a:off x="0" y="4239806"/>
            <a:ext cx="9375438" cy="2071226"/>
          </a:xfrm>
          <a:custGeom>
            <a:avLst/>
            <a:gdLst>
              <a:gd name="connsiteX0" fmla="*/ 0 w 9375438"/>
              <a:gd name="connsiteY0" fmla="*/ 0 h 2071226"/>
              <a:gd name="connsiteX1" fmla="*/ 9375438 w 9375438"/>
              <a:gd name="connsiteY1" fmla="*/ 0 h 2071226"/>
              <a:gd name="connsiteX2" fmla="*/ 9081407 w 9375438"/>
              <a:gd name="connsiteY2" fmla="*/ 2071226 h 2071226"/>
              <a:gd name="connsiteX3" fmla="*/ 0 w 9375438"/>
              <a:gd name="connsiteY3" fmla="*/ 2071226 h 207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5438" h="2071226">
                <a:moveTo>
                  <a:pt x="0" y="0"/>
                </a:moveTo>
                <a:lnTo>
                  <a:pt x="9375438" y="0"/>
                </a:lnTo>
                <a:lnTo>
                  <a:pt x="9081407" y="2071226"/>
                </a:lnTo>
                <a:lnTo>
                  <a:pt x="0" y="2071226"/>
                </a:lnTo>
                <a:close/>
              </a:path>
            </a:pathLst>
          </a:cu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31398F-50ED-43BB-8F3F-7173306084ED}"/>
              </a:ext>
            </a:extLst>
          </p:cNvPr>
          <p:cNvSpPr/>
          <p:nvPr/>
        </p:nvSpPr>
        <p:spPr>
          <a:xfrm flipH="1">
            <a:off x="9550400" y="1593317"/>
            <a:ext cx="2641600" cy="2215990"/>
          </a:xfrm>
          <a:custGeom>
            <a:avLst/>
            <a:gdLst>
              <a:gd name="connsiteX0" fmla="*/ 2641600 w 2641600"/>
              <a:gd name="connsiteY0" fmla="*/ 0 h 2215990"/>
              <a:gd name="connsiteX1" fmla="*/ 0 w 2641600"/>
              <a:gd name="connsiteY1" fmla="*/ 0 h 2215990"/>
              <a:gd name="connsiteX2" fmla="*/ 0 w 2641600"/>
              <a:gd name="connsiteY2" fmla="*/ 2215990 h 2215990"/>
              <a:gd name="connsiteX3" fmla="*/ 2040202 w 2641600"/>
              <a:gd name="connsiteY3" fmla="*/ 2215990 h 2215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1600" h="2215990">
                <a:moveTo>
                  <a:pt x="2641600" y="0"/>
                </a:moveTo>
                <a:lnTo>
                  <a:pt x="0" y="0"/>
                </a:lnTo>
                <a:lnTo>
                  <a:pt x="0" y="2215990"/>
                </a:lnTo>
                <a:lnTo>
                  <a:pt x="2040202" y="22159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23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E2E9F0"/>
      </a:accent1>
      <a:accent2>
        <a:srgbClr val="FDC639"/>
      </a:accent2>
      <a:accent3>
        <a:srgbClr val="D6E0E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70">
      <a:majorFont>
        <a:latin typeface="Tourney Black"/>
        <a:ea typeface=""/>
        <a:cs typeface=""/>
      </a:majorFont>
      <a:minorFont>
        <a:latin typeface="Athit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1c4c23-2796-4748-94e2-8d7accf3f3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E12537DF53554BA462E9C17AE4DD7D" ma:contentTypeVersion="6" ma:contentTypeDescription="Create a new document." ma:contentTypeScope="" ma:versionID="3ef6f7b68077094fab4126267fc355e7">
  <xsd:schema xmlns:xsd="http://www.w3.org/2001/XMLSchema" xmlns:xs="http://www.w3.org/2001/XMLSchema" xmlns:p="http://schemas.microsoft.com/office/2006/metadata/properties" xmlns:ns3="981c4c23-2796-4748-94e2-8d7accf3f3de" targetNamespace="http://schemas.microsoft.com/office/2006/metadata/properties" ma:root="true" ma:fieldsID="a6fc17e8ed5bf609a66a8995a2aec449" ns3:_="">
    <xsd:import namespace="981c4c23-2796-4748-94e2-8d7accf3f3d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1c4c23-2796-4748-94e2-8d7accf3f3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3269ED-2D4E-45D0-BBE1-66CA69D1A7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F95F5D-58F3-413A-808E-0E2FA09454F1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981c4c23-2796-4748-94e2-8d7accf3f3d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4BFF6E9-611F-4B66-8288-36A673D44B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1c4c23-2796-4748-94e2-8d7accf3f3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128</Words>
  <Application>Microsoft Office PowerPoint</Application>
  <PresentationFormat>Widescreen</PresentationFormat>
  <Paragraphs>57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Athiti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Anila</dc:creator>
  <cp:lastModifiedBy>David Varela</cp:lastModifiedBy>
  <cp:revision>5</cp:revision>
  <dcterms:created xsi:type="dcterms:W3CDTF">2024-09-28T03:29:35Z</dcterms:created>
  <dcterms:modified xsi:type="dcterms:W3CDTF">2025-12-16T01:51:03Z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0x01010067E12537DF53554BA462E9C17AE4DD7D</vt:lpwstr>
  </property>
</Properties>
</file>